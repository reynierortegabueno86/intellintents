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turnos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ACCOUNT_SVC_MGMT</c:v>
                  </c:pt>
                  <c:pt idx="1">
                    <c:v>PRODUCT_DISCOVERY</c:v>
                  </c:pt>
                  <c:pt idx="2">
                    <c:v>EXECUTION_TX</c:v>
                  </c:pt>
                  <c:pt idx="3">
                    <c:v>ONBOARDING_KYC</c:v>
                  </c:pt>
                  <c:pt idx="4">
                    <c:v>PORTFOLIO_MONIT.</c:v>
                  </c:pt>
                  <c:pt idx="5">
                    <c:v>FINANCIAL_EDU</c:v>
                  </c:pt>
                  <c:pt idx="6">
                    <c:v>OUT_OF_SCOPE</c:v>
                  </c:pt>
                  <c:pt idx="7">
                    <c:v>RECOMMEND_ADV</c:v>
                  </c:pt>
                  <c:pt idx="8">
                    <c:v>GREETING</c:v>
                  </c:pt>
                  <c:pt idx="9">
                    <c:v>UNKNOWN</c:v>
                  </c:pt>
                  <c:pt idx="10">
                    <c:v>REG_COMPLIANCE</c:v>
                  </c:pt>
                  <c:pt idx="11">
                    <c:v>INVESTOR_PROF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33.13</c:v>
                </c:pt>
                <c:pt idx="1">
                  <c:v>25.38</c:v>
                </c:pt>
                <c:pt idx="2">
                  <c:v>14.98</c:v>
                </c:pt>
                <c:pt idx="3">
                  <c:v>7.26</c:v>
                </c:pt>
                <c:pt idx="4">
                  <c:v>6.69</c:v>
                </c:pt>
                <c:pt idx="5">
                  <c:v>4.46</c:v>
                </c:pt>
                <c:pt idx="6">
                  <c:v>2.11</c:v>
                </c:pt>
                <c:pt idx="7">
                  <c:v>1.89</c:v>
                </c:pt>
                <c:pt idx="8">
                  <c:v>1.38</c:v>
                </c:pt>
                <c:pt idx="9">
                  <c:v>1</c:v>
                </c:pt>
                <c:pt idx="10">
                  <c:v>0.89</c:v>
                </c:pt>
                <c:pt idx="11">
                  <c:v>0.1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0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0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IntellIntents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de Intenciones Conversacionales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LLM para asesor de inversión (ES) — taxonomía FII v1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265176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69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5166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74720" y="3749040"/>
            <a:ext cx="265176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4069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474720" y="5166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Sub-intenciones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3749040"/>
            <a:ext cx="265176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4069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 K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309360" y="5166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0" y="3749040"/>
            <a:ext cx="2651760" cy="210312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4069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514 K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144000" y="51663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FastAPI · SQLite · React/Vite · LLMs (OpenAI / Anthropic)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Taxonomía &amp; Clasificación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 cascada de 2 etapas — FII v1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120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9144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Router de Categoría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msg del usuario → 1 de 14 categorías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categoría · confianza · razonamiento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por def. 0.60 → si &lt; umbral → UNKNOWN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3246120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566160"/>
            <a:ext cx="5120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566160"/>
            <a:ext cx="91440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Sub-Intención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977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Entrada: msg + categoría → 1 de 6–8 hojas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intención · confianza · razonamiento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0.65 → si &lt; umbral → fallback al padre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93776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937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Confianza final = conf₁ × conf₂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623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Variantes: cascading · cascading_context (Modo A estático / Modo B encadenado)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35040" y="1554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Categorías Top-Level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65960"/>
          <a:ext cx="557784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9144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ONBOARDING_KYC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INVESTOR_PROFILING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PRODUCT_DISCOVERY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RECOMMENDATION_ADVISORY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EXECUTION_TRANSACTIONS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PORTFOLIO_MONITORING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FINANCIAL_EDUCATION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ACCOUNT_SERVICE_MGMT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REGULATORY_COMPLIANCE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SMALL_TALK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OUT_OF_SCOPE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HARMFUL_UNETHICAL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6035040" y="60350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87 hojas + 14 padres = 101 etiquetas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932920" y="0"/>
            <a:ext cx="22860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Hallazgos Clave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GPTAdvisor — 146 127 conv · 514 814 turnos · 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por categoría (% turnos)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7607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6751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0" y="1920240"/>
            <a:ext cx="5029200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75120" y="192024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76288" y="1993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operativo, no asesor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76288" y="2286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+ PROFILING &lt; 2 % del corpus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2907792"/>
            <a:ext cx="5029200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75120" y="2907792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76288" y="2980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Conversaciones cortas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76288" y="32735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= 2 turnos · 85 % con ≤ 2 intenciones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75120" y="3895344"/>
            <a:ext cx="5029200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675120" y="3895344"/>
            <a:ext cx="73152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76288" y="39684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idoneidad (MiFID II)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76288" y="426110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81.5 % de conv. con intenciones de alto riesgo SIN señal de perfilado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4882896"/>
            <a:ext cx="5029200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75120" y="4882896"/>
            <a:ext cx="73152" cy="9144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76288" y="4956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crítica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76288" y="5248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buy_investment 67 % · transfer_funds 47 % · ask_about_fees 64 % filas con conf &lt; 0.7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675120" y="5870448"/>
            <a:ext cx="5029200" cy="91440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675120" y="5870448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76288" y="5943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a humano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76288" y="62362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4.80 % del corpus · 29 % de file_complaint termina en escalado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docs/intent-distribution-statistical-analysis.md · docs/compliance-risk-analysis.md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IntellIntents — Resumen</dc:title>
  <dc:subject>PptxGenJS Presentation</dc:subject>
  <dc:creator>IntellIntents</dc:creator>
  <cp:lastModifiedBy>IntellIntents</cp:lastModifiedBy>
  <cp:revision>1</cp:revision>
  <dcterms:created xsi:type="dcterms:W3CDTF">2026-05-04T00:32:36Z</dcterms:created>
  <dcterms:modified xsi:type="dcterms:W3CDTF">2026-05-04T00:32:36Z</dcterms:modified>
</cp:coreProperties>
</file>